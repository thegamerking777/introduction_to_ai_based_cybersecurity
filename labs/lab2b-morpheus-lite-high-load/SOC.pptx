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3" r:id="rId5"/>
    <p:sldId id="261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AFB0D-4DA0-4A0A-AF8D-6E9A77DB4DA4}" v="4" dt="2026-07-27T11:16:18.2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i Kojukhov" userId="9e934aec-49fe-4b73-bf69-08556f96aad1" providerId="ADAL" clId="{295186CC-710E-4776-AEE6-C3DB8D3F09BF}"/>
    <pc:docChg chg="undo custSel addSld modSld sldOrd">
      <pc:chgData name="Andrei Kojukhov" userId="9e934aec-49fe-4b73-bf69-08556f96aad1" providerId="ADAL" clId="{295186CC-710E-4776-AEE6-C3DB8D3F09BF}" dt="2026-07-27T11:19:52.799" v="70"/>
      <pc:docMkLst>
        <pc:docMk/>
      </pc:docMkLst>
      <pc:sldChg chg="ord">
        <pc:chgData name="Andrei Kojukhov" userId="9e934aec-49fe-4b73-bf69-08556f96aad1" providerId="ADAL" clId="{295186CC-710E-4776-AEE6-C3DB8D3F09BF}" dt="2026-07-27T11:19:52.799" v="70"/>
        <pc:sldMkLst>
          <pc:docMk/>
          <pc:sldMk cId="990776464" sldId="257"/>
        </pc:sldMkLst>
      </pc:sldChg>
      <pc:sldChg chg="addSp delSp add mod ord">
        <pc:chgData name="Andrei Kojukhov" userId="9e934aec-49fe-4b73-bf69-08556f96aad1" providerId="ADAL" clId="{295186CC-710E-4776-AEE6-C3DB8D3F09BF}" dt="2026-07-27T11:19:52.799" v="70"/>
        <pc:sldMkLst>
          <pc:docMk/>
          <pc:sldMk cId="2243802132" sldId="258"/>
        </pc:sldMkLst>
        <pc:picChg chg="add">
          <ac:chgData name="Andrei Kojukhov" userId="9e934aec-49fe-4b73-bf69-08556f96aad1" providerId="ADAL" clId="{295186CC-710E-4776-AEE6-C3DB8D3F09BF}" dt="2026-07-25T10:17:58.855" v="2" actId="22"/>
          <ac:picMkLst>
            <pc:docMk/>
            <pc:sldMk cId="2243802132" sldId="258"/>
            <ac:picMk id="3" creationId="{45940208-E0A6-1289-262D-AAB46D192E0E}"/>
          </ac:picMkLst>
        </pc:picChg>
      </pc:sldChg>
      <pc:sldChg chg="addSp delSp add mod ord">
        <pc:chgData name="Andrei Kojukhov" userId="9e934aec-49fe-4b73-bf69-08556f96aad1" providerId="ADAL" clId="{295186CC-710E-4776-AEE6-C3DB8D3F09BF}" dt="2026-07-27T11:19:52.799" v="70"/>
        <pc:sldMkLst>
          <pc:docMk/>
          <pc:sldMk cId="1368142958" sldId="259"/>
        </pc:sldMkLst>
        <pc:picChg chg="del">
          <ac:chgData name="Andrei Kojukhov" userId="9e934aec-49fe-4b73-bf69-08556f96aad1" providerId="ADAL" clId="{295186CC-710E-4776-AEE6-C3DB8D3F09BF}" dt="2026-07-26T19:13:24.526" v="4" actId="478"/>
          <ac:picMkLst>
            <pc:docMk/>
            <pc:sldMk cId="1368142958" sldId="259"/>
            <ac:picMk id="3" creationId="{613E4001-61D8-AACC-7A98-C60C7CAA6220}"/>
          </ac:picMkLst>
        </pc:picChg>
        <pc:picChg chg="add">
          <ac:chgData name="Andrei Kojukhov" userId="9e934aec-49fe-4b73-bf69-08556f96aad1" providerId="ADAL" clId="{295186CC-710E-4776-AEE6-C3DB8D3F09BF}" dt="2026-07-26T19:13:52.629" v="5" actId="22"/>
          <ac:picMkLst>
            <pc:docMk/>
            <pc:sldMk cId="1368142958" sldId="259"/>
            <ac:picMk id="4" creationId="{DFDAA339-80F2-0E01-A480-D98C6BCB7223}"/>
          </ac:picMkLst>
        </pc:picChg>
      </pc:sldChg>
      <pc:sldChg chg="addSp delSp modSp new mod">
        <pc:chgData name="Andrei Kojukhov" userId="9e934aec-49fe-4b73-bf69-08556f96aad1" providerId="ADAL" clId="{295186CC-710E-4776-AEE6-C3DB8D3F09BF}" dt="2026-07-27T11:10:40.676" v="18" actId="14100"/>
        <pc:sldMkLst>
          <pc:docMk/>
          <pc:sldMk cId="561315161" sldId="260"/>
        </pc:sldMkLst>
        <pc:picChg chg="add del">
          <ac:chgData name="Andrei Kojukhov" userId="9e934aec-49fe-4b73-bf69-08556f96aad1" providerId="ADAL" clId="{295186CC-710E-4776-AEE6-C3DB8D3F09BF}" dt="2026-07-27T11:09:31.915" v="9" actId="478"/>
          <ac:picMkLst>
            <pc:docMk/>
            <pc:sldMk cId="561315161" sldId="260"/>
            <ac:picMk id="3" creationId="{647D2727-BCAF-C75A-8D4B-F27FF0DD59AE}"/>
          </ac:picMkLst>
        </pc:picChg>
        <pc:picChg chg="add del mod">
          <ac:chgData name="Andrei Kojukhov" userId="9e934aec-49fe-4b73-bf69-08556f96aad1" providerId="ADAL" clId="{295186CC-710E-4776-AEE6-C3DB8D3F09BF}" dt="2026-07-27T11:09:55.939" v="14" actId="478"/>
          <ac:picMkLst>
            <pc:docMk/>
            <pc:sldMk cId="561315161" sldId="260"/>
            <ac:picMk id="5" creationId="{2153FC62-F4CF-9266-290C-5389015B7146}"/>
          </ac:picMkLst>
        </pc:picChg>
        <pc:picChg chg="add mod">
          <ac:chgData name="Andrei Kojukhov" userId="9e934aec-49fe-4b73-bf69-08556f96aad1" providerId="ADAL" clId="{295186CC-710E-4776-AEE6-C3DB8D3F09BF}" dt="2026-07-27T11:10:40.676" v="18" actId="14100"/>
          <ac:picMkLst>
            <pc:docMk/>
            <pc:sldMk cId="561315161" sldId="260"/>
            <ac:picMk id="7" creationId="{86E47BF1-418F-5FC5-E8B6-8FFA217740BF}"/>
          </ac:picMkLst>
        </pc:picChg>
      </pc:sldChg>
      <pc:sldChg chg="add">
        <pc:chgData name="Andrei Kojukhov" userId="9e934aec-49fe-4b73-bf69-08556f96aad1" providerId="ADAL" clId="{295186CC-710E-4776-AEE6-C3DB8D3F09BF}" dt="2026-07-27T11:08:40.862" v="8"/>
        <pc:sldMkLst>
          <pc:docMk/>
          <pc:sldMk cId="2697377773" sldId="261"/>
        </pc:sldMkLst>
      </pc:sldChg>
      <pc:sldChg chg="addSp delSp modSp add mod">
        <pc:chgData name="Andrei Kojukhov" userId="9e934aec-49fe-4b73-bf69-08556f96aad1" providerId="ADAL" clId="{295186CC-710E-4776-AEE6-C3DB8D3F09BF}" dt="2026-07-27T11:16:02.407" v="29" actId="14100"/>
        <pc:sldMkLst>
          <pc:docMk/>
          <pc:sldMk cId="3701247084" sldId="262"/>
        </pc:sldMkLst>
        <pc:picChg chg="add mod">
          <ac:chgData name="Andrei Kojukhov" userId="9e934aec-49fe-4b73-bf69-08556f96aad1" providerId="ADAL" clId="{295186CC-710E-4776-AEE6-C3DB8D3F09BF}" dt="2026-07-27T11:15:56.707" v="28" actId="1076"/>
          <ac:picMkLst>
            <pc:docMk/>
            <pc:sldMk cId="3701247084" sldId="262"/>
            <ac:picMk id="3" creationId="{B386FB45-F79E-A14B-8527-61E31CAE560E}"/>
          </ac:picMkLst>
        </pc:picChg>
        <pc:picChg chg="add mod">
          <ac:chgData name="Andrei Kojukhov" userId="9e934aec-49fe-4b73-bf69-08556f96aad1" providerId="ADAL" clId="{295186CC-710E-4776-AEE6-C3DB8D3F09BF}" dt="2026-07-27T11:16:02.407" v="29" actId="14100"/>
          <ac:picMkLst>
            <pc:docMk/>
            <pc:sldMk cId="3701247084" sldId="262"/>
            <ac:picMk id="5" creationId="{EB988410-1A6D-E84C-28E0-51055A748E26}"/>
          </ac:picMkLst>
        </pc:picChg>
        <pc:picChg chg="del">
          <ac:chgData name="Andrei Kojukhov" userId="9e934aec-49fe-4b73-bf69-08556f96aad1" providerId="ADAL" clId="{295186CC-710E-4776-AEE6-C3DB8D3F09BF}" dt="2026-07-27T11:14:40.011" v="20" actId="478"/>
          <ac:picMkLst>
            <pc:docMk/>
            <pc:sldMk cId="3701247084" sldId="262"/>
            <ac:picMk id="7" creationId="{13BEB63C-5C10-1035-BFE6-99A469ED5090}"/>
          </ac:picMkLst>
        </pc:picChg>
      </pc:sldChg>
      <pc:sldChg chg="addSp delSp modSp add mod">
        <pc:chgData name="Andrei Kojukhov" userId="9e934aec-49fe-4b73-bf69-08556f96aad1" providerId="ADAL" clId="{295186CC-710E-4776-AEE6-C3DB8D3F09BF}" dt="2026-07-27T11:19:20.240" v="68" actId="1038"/>
        <pc:sldMkLst>
          <pc:docMk/>
          <pc:sldMk cId="3669925305" sldId="263"/>
        </pc:sldMkLst>
        <pc:picChg chg="add mod">
          <ac:chgData name="Andrei Kojukhov" userId="9e934aec-49fe-4b73-bf69-08556f96aad1" providerId="ADAL" clId="{295186CC-710E-4776-AEE6-C3DB8D3F09BF}" dt="2026-07-27T11:18:28.504" v="42" actId="14100"/>
          <ac:picMkLst>
            <pc:docMk/>
            <pc:sldMk cId="3669925305" sldId="263"/>
            <ac:picMk id="3" creationId="{0C1958C3-115A-63E2-5A78-BA10E984150C}"/>
          </ac:picMkLst>
        </pc:picChg>
        <pc:picChg chg="del">
          <ac:chgData name="Andrei Kojukhov" userId="9e934aec-49fe-4b73-bf69-08556f96aad1" providerId="ADAL" clId="{295186CC-710E-4776-AEE6-C3DB8D3F09BF}" dt="2026-07-27T11:16:24.424" v="32" actId="478"/>
          <ac:picMkLst>
            <pc:docMk/>
            <pc:sldMk cId="3669925305" sldId="263"/>
            <ac:picMk id="3" creationId="{B696EF7C-B5A2-B862-BDF6-A0B151BE8727}"/>
          </ac:picMkLst>
        </pc:picChg>
        <pc:picChg chg="add mod">
          <ac:chgData name="Andrei Kojukhov" userId="9e934aec-49fe-4b73-bf69-08556f96aad1" providerId="ADAL" clId="{295186CC-710E-4776-AEE6-C3DB8D3F09BF}" dt="2026-07-27T11:19:20.240" v="68" actId="1038"/>
          <ac:picMkLst>
            <pc:docMk/>
            <pc:sldMk cId="3669925305" sldId="263"/>
            <ac:picMk id="5" creationId="{3B4AB2C1-EC99-685F-BDF7-19096481574C}"/>
          </ac:picMkLst>
        </pc:picChg>
        <pc:picChg chg="del">
          <ac:chgData name="Andrei Kojukhov" userId="9e934aec-49fe-4b73-bf69-08556f96aad1" providerId="ADAL" clId="{295186CC-710E-4776-AEE6-C3DB8D3F09BF}" dt="2026-07-27T11:16:21.691" v="31" actId="478"/>
          <ac:picMkLst>
            <pc:docMk/>
            <pc:sldMk cId="3669925305" sldId="263"/>
            <ac:picMk id="5" creationId="{FF80C218-03A2-6F35-2DB8-6BD72AEB4DAD}"/>
          </ac:picMkLst>
        </pc:picChg>
        <pc:picChg chg="add mod">
          <ac:chgData name="Andrei Kojukhov" userId="9e934aec-49fe-4b73-bf69-08556f96aad1" providerId="ADAL" clId="{295186CC-710E-4776-AEE6-C3DB8D3F09BF}" dt="2026-07-27T11:19:15.362" v="48" actId="14100"/>
          <ac:picMkLst>
            <pc:docMk/>
            <pc:sldMk cId="3669925305" sldId="263"/>
            <ac:picMk id="7" creationId="{CC144AD5-77EE-9E7B-69CB-74B69FCF612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A3DBA-8400-2A37-F7A4-F1877E9A7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81502-B074-ECF2-700F-332B1E571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552C8-6ACE-D19D-3C13-38B584BB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66A0D-82B1-9247-157A-BD36EDE5D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24223-06B8-F468-2787-36C386EC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637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CF977-B1EC-F1FC-5A63-ED7F066C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D40E2-9CF8-0D74-1933-C2A7290BD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F84BA-5879-CA85-5BE7-5B9E36E78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AE11F-7E99-90DF-C5CF-126690D3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B9B4A-E50C-C804-0CAB-0A14F3319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6685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42307-17F4-000D-0B75-339AA91E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7C95B4-7CA4-8E91-D840-B125AF69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FB1CF-37E9-16FB-59F0-87C3F77B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DE902-2EDD-2A09-6333-445C33C6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E9A09-7C19-870A-050B-38665043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390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1509-62B1-8B6A-00B7-7F4643E68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01795-BACB-DFAA-D04C-64EDEB410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ACC45C-772F-EC3B-6E33-677E7B879E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81C8D-88E7-9926-1778-1176C759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98D1C-B5DF-9F6B-C61F-C6F07898F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EF90-FF09-2D16-FD90-D75227E7C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3265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6864-FF0E-5A3F-C466-B9F6B545B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81365-1923-F0F6-54B0-16CD38EB8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21A8F-96CC-6EFF-9BD9-2332F2C19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84769-12EB-10F9-59E2-E3187AD77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3580D-2FA8-3DEC-0649-3ADC745431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13F1CD-DCE3-E1BE-45D3-FA7A50298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50DD7-7F96-418F-14A4-5647A453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EAF6C8-E4B6-EBE9-E5ED-21441B7A8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811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0EFCA-910C-D1D5-86D7-E65BE5E38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D56804-7091-E859-708B-55122EC1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AAF6E-8853-226C-4383-6839B6FF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FC2A0-18C3-8872-70F0-968FF6D3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8010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1C7F30-9041-B990-8810-F1FBF338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9D650-6643-97F3-45DF-AC63256FE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ED3F6-75AE-AC5B-DC76-37515735E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5058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1AF0-8B2A-54C7-3761-DE62A000B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A53ED-15D1-31D4-38EC-DA22D4D78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246B0-C249-D8B9-62BF-DBDAF36FB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4CBB8-FB8E-6382-7C71-1C123F26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B865F-0422-BB87-30AB-122F44805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82BC88-D4E4-5927-5544-D233B8A5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093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0C16-0C56-1492-D633-36EC0F67F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1898B-ADFB-2801-280B-712225F2C0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4D742-2C5D-C438-213B-1AA9B7DAB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52A252-F14F-0275-2D4E-ECDAAAE38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9FE3F-E480-A7F1-66B2-3559640D7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7246C-D41A-61EE-40C4-CF0BB3FDC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6213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AF7B-68DF-6299-62F1-4DEB75C3B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FC32AC-9BD5-BE70-C294-E9CDE090C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267E3-C103-701A-4D5B-D5FEFB2B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31517-7937-44BF-EA41-920D580F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DCAAE-E5B6-46BB-EA74-AEA95050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316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015D4F-A6BC-F760-1E39-3BF26F971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7718A-57F5-AD87-F6E6-7070140CD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25268-5B1B-0E21-4358-1CA167489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3EF03-0D2D-61B8-E39C-C7F230521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234A0-3934-988D-EC21-7BF2F9E7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1344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81F320-348D-820C-E8AB-6A00116E5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FDD4E-440D-0E7B-E3A7-0CEE9E38C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BE37C-17B8-E5E5-43E2-F54190224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7B05D-5B46-486E-97C0-1DD97CF9FFAE}" type="datetimeFigureOut">
              <a:rPr lang="en-IL" smtClean="0"/>
              <a:t>27/07/2026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21736-BB8B-D8FC-DC2C-2886EFCAC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C68909-2462-FCA6-5321-39065D8D9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02CB4-53C9-426C-B694-F6ADCC229108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3730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C80574-E54A-0013-B425-670300A98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60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E47BF1-418F-5FC5-E8B6-8FFA21774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82" y="1225899"/>
            <a:ext cx="9197411" cy="3758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15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4889E-4E51-C8A8-3561-57C79F736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86FB45-F79E-A14B-8527-61E31CAE5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453" y="322868"/>
            <a:ext cx="4054718" cy="28234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988410-1A6D-E84C-28E0-51055A748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390" y="3782028"/>
            <a:ext cx="7478525" cy="264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247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D65A1-14EE-0CE3-85C2-CB9056297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1958C3-115A-63E2-5A78-BA10E9841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323" y="294468"/>
            <a:ext cx="4464203" cy="2724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4AB2C1-EC99-685F-BDF7-190964815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755" y="3520222"/>
            <a:ext cx="8799875" cy="265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144AD5-77EE-9E7B-69CB-74B69FCF6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132" y="381836"/>
            <a:ext cx="5210255" cy="265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25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EB4D0-E1C1-88EA-57A1-C67EEA80D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5D30DD-9F3A-C2F7-12AD-277D35417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377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22E27-3D8D-33E5-ABB9-C2A2ACF8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C22E5A-F73E-4FC9-D8AA-66F7D4A36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776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F5A2D-51CE-18CB-C28D-35DCF42D4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40208-E0A6-1289-262D-AAB46D192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0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9ED04-0F03-93D4-CC9D-A79EC2113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DAA339-80F2-0E01-A480-D98C6BCB7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142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Kojukhov</dc:creator>
  <cp:lastModifiedBy>Andrei Kojukhov</cp:lastModifiedBy>
  <cp:revision>1</cp:revision>
  <dcterms:created xsi:type="dcterms:W3CDTF">2026-05-19T05:25:13Z</dcterms:created>
  <dcterms:modified xsi:type="dcterms:W3CDTF">2026-07-27T11:21:11Z</dcterms:modified>
</cp:coreProperties>
</file>